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Crimson Pro Semi Bold" panose="020B0604020202020204" charset="0"/>
      <p:regular r:id="rId13"/>
    </p:embeddedFont>
    <p:embeddedFont>
      <p:font typeface="Heebo" pitchFamily="2" charset="-79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1218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3099792"/>
            <a:ext cx="666595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Payroll Management System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148733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 C programming solution for automated employee payroll processing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280190" y="4766786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Submitted by:</a:t>
            </a: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Nethra V D, Ridhinya shree S, Poornima A, Sadhana S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6266" y="413861"/>
            <a:ext cx="3762851" cy="470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00"/>
              </a:lnSpc>
              <a:buNone/>
            </a:pPr>
            <a:r>
              <a:rPr lang="en-US" sz="29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The Problem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596266" y="1260396"/>
            <a:ext cx="1881426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28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Traditional Challenges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19113" y="1660870"/>
            <a:ext cx="6612493" cy="1651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Manual calculations prone to errors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19113" y="1965722"/>
            <a:ext cx="6604873" cy="240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Paper-based records and outdated software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19113" y="2232779"/>
            <a:ext cx="6612493" cy="827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Miscalculated salaries and tax deductions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26733" y="2526149"/>
            <a:ext cx="6604873" cy="240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Lack of centralized employee data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26733" y="2932219"/>
            <a:ext cx="6604873" cy="240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Compliance issues and delays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6265" y="3632172"/>
            <a:ext cx="1881426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36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Business Impact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624047" y="4362281"/>
            <a:ext cx="6604873" cy="4814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These limitations significantly affect organizational productivity and employee satisfaction, creating the need for a streamlined, automated solution.</a:t>
            </a:r>
            <a:endParaRPr lang="en-US" sz="16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8920" y="884158"/>
            <a:ext cx="6604873" cy="660487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9689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Our Solution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059305"/>
            <a:ext cx="6407944" cy="2214205"/>
          </a:xfrm>
          <a:prstGeom prst="roundRect">
            <a:avLst>
              <a:gd name="adj" fmla="val 1537"/>
            </a:avLst>
          </a:prstGeom>
          <a:solidFill>
            <a:srgbClr val="F2EEEE"/>
          </a:solidFill>
          <a:ln/>
        </p:spPr>
      </p:sp>
      <p:sp>
        <p:nvSpPr>
          <p:cNvPr id="4" name="Shape 2"/>
          <p:cNvSpPr/>
          <p:nvPr/>
        </p:nvSpPr>
        <p:spPr>
          <a:xfrm>
            <a:off x="1020604" y="2286119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2150FE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07770" y="2473166"/>
            <a:ext cx="306110" cy="3061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0604" y="3193375"/>
            <a:ext cx="338863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Employee Data Management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0604" y="3683794"/>
            <a:ext cx="59543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Centralized storage and retrieval of employee records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7428548" y="2059305"/>
            <a:ext cx="6408063" cy="2214205"/>
          </a:xfrm>
          <a:prstGeom prst="roundRect">
            <a:avLst>
              <a:gd name="adj" fmla="val 1537"/>
            </a:avLst>
          </a:prstGeom>
          <a:solidFill>
            <a:srgbClr val="F2EEEE"/>
          </a:solidFill>
          <a:ln/>
        </p:spPr>
      </p:sp>
      <p:sp>
        <p:nvSpPr>
          <p:cNvPr id="9" name="Shape 6"/>
          <p:cNvSpPr/>
          <p:nvPr/>
        </p:nvSpPr>
        <p:spPr>
          <a:xfrm>
            <a:off x="7655362" y="2286119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2150FE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42528" y="2473166"/>
            <a:ext cx="306110" cy="30611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55362" y="3193375"/>
            <a:ext cx="283654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Automated Calculations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7655362" y="3683794"/>
            <a:ext cx="59544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Accurate salary, tax, and deduction processing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793790" y="4500324"/>
            <a:ext cx="6407944" cy="2214205"/>
          </a:xfrm>
          <a:prstGeom prst="roundRect">
            <a:avLst>
              <a:gd name="adj" fmla="val 1537"/>
            </a:avLst>
          </a:prstGeom>
          <a:solidFill>
            <a:srgbClr val="F2EEEE"/>
          </a:solidFill>
          <a:ln/>
        </p:spPr>
      </p:sp>
      <p:sp>
        <p:nvSpPr>
          <p:cNvPr id="14" name="Shape 10"/>
          <p:cNvSpPr/>
          <p:nvPr/>
        </p:nvSpPr>
        <p:spPr>
          <a:xfrm>
            <a:off x="1020604" y="4727138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2150FE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07770" y="4914186"/>
            <a:ext cx="306110" cy="30611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20604" y="563439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Salary Slip Generation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1020604" y="6124813"/>
            <a:ext cx="59543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Professional payslip creation and distribution</a:t>
            </a:r>
            <a:endParaRPr lang="en-US" sz="1750" dirty="0"/>
          </a:p>
        </p:txBody>
      </p:sp>
      <p:sp>
        <p:nvSpPr>
          <p:cNvPr id="18" name="Shape 13"/>
          <p:cNvSpPr/>
          <p:nvPr/>
        </p:nvSpPr>
        <p:spPr>
          <a:xfrm>
            <a:off x="7428548" y="4500324"/>
            <a:ext cx="6408063" cy="2214205"/>
          </a:xfrm>
          <a:prstGeom prst="roundRect">
            <a:avLst>
              <a:gd name="adj" fmla="val 1537"/>
            </a:avLst>
          </a:prstGeom>
          <a:solidFill>
            <a:srgbClr val="F2EEEE"/>
          </a:solidFill>
          <a:ln/>
        </p:spPr>
      </p:sp>
      <p:sp>
        <p:nvSpPr>
          <p:cNvPr id="19" name="Shape 14"/>
          <p:cNvSpPr/>
          <p:nvPr/>
        </p:nvSpPr>
        <p:spPr>
          <a:xfrm>
            <a:off x="7655362" y="4727138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2150FE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842528" y="4914186"/>
            <a:ext cx="306110" cy="30611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655362" y="563439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Secure File Handling</a:t>
            </a:r>
            <a:endParaRPr lang="en-US" sz="2200" dirty="0"/>
          </a:p>
        </p:txBody>
      </p:sp>
      <p:sp>
        <p:nvSpPr>
          <p:cNvPr id="22" name="Text 16"/>
          <p:cNvSpPr/>
          <p:nvPr/>
        </p:nvSpPr>
        <p:spPr>
          <a:xfrm>
            <a:off x="7655362" y="6124813"/>
            <a:ext cx="59544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Data consistency and long-term accessibility</a:t>
            </a:r>
            <a:endParaRPr lang="en-US" sz="1750" dirty="0"/>
          </a:p>
        </p:txBody>
      </p:sp>
      <p:sp>
        <p:nvSpPr>
          <p:cNvPr id="23" name="Text 17"/>
          <p:cNvSpPr/>
          <p:nvPr/>
        </p:nvSpPr>
        <p:spPr>
          <a:xfrm>
            <a:off x="793790" y="696968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 console-based C programming system offering fundamental payroll functionalities with modular, scalable architecture.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311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99227" y="560070"/>
            <a:ext cx="5091827" cy="6365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System Architecture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6199227" y="1501973"/>
            <a:ext cx="203597" cy="254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199227" y="1825228"/>
            <a:ext cx="7718346" cy="2286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6" name="Text 3"/>
          <p:cNvSpPr/>
          <p:nvPr/>
        </p:nvSpPr>
        <p:spPr>
          <a:xfrm>
            <a:off x="6199227" y="1972747"/>
            <a:ext cx="2651760" cy="318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Initialize Data Structures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6199227" y="2413040"/>
            <a:ext cx="7718346" cy="3258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Set up employee records and system variables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199227" y="3095149"/>
            <a:ext cx="203597" cy="254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199227" y="3418403"/>
            <a:ext cx="7718346" cy="2286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10" name="Text 7"/>
          <p:cNvSpPr/>
          <p:nvPr/>
        </p:nvSpPr>
        <p:spPr>
          <a:xfrm>
            <a:off x="6199227" y="3565922"/>
            <a:ext cx="2545913" cy="318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Present Main Menu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6199227" y="4006215"/>
            <a:ext cx="7718346" cy="3258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Display user options for payroll operations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199227" y="4688324"/>
            <a:ext cx="203597" cy="254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03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199227" y="5011579"/>
            <a:ext cx="7718346" cy="2286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14" name="Text 11"/>
          <p:cNvSpPr/>
          <p:nvPr/>
        </p:nvSpPr>
        <p:spPr>
          <a:xfrm>
            <a:off x="6199227" y="5159097"/>
            <a:ext cx="2545913" cy="318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Process User Selection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6199227" y="5599390"/>
            <a:ext cx="7718346" cy="3258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Execute chosen operation with validation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199227" y="6281499"/>
            <a:ext cx="203597" cy="254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04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199227" y="6604754"/>
            <a:ext cx="7718346" cy="2286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18" name="Text 15"/>
          <p:cNvSpPr/>
          <p:nvPr/>
        </p:nvSpPr>
        <p:spPr>
          <a:xfrm>
            <a:off x="6199227" y="6752273"/>
            <a:ext cx="2636401" cy="318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Calculate &amp; Store Results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6199227" y="7192566"/>
            <a:ext cx="7718346" cy="3258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Compute payroll and save data securely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870" y="396240"/>
            <a:ext cx="14354362" cy="78333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" y="140770"/>
            <a:ext cx="12984999" cy="736747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86856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Key System Functions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190" y="1917502"/>
            <a:ext cx="1134070" cy="136088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641074" y="214431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Add Employee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7641074" y="2634734"/>
            <a:ext cx="6195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Register new employees with ID, name, and salary structure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0190" y="3278386"/>
            <a:ext cx="1134070" cy="136088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641074" y="350520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Search Records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7641074" y="3995618"/>
            <a:ext cx="6195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Quickly locate employee information by ID</a:t>
            </a:r>
            <a:endParaRPr lang="en-US" sz="17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0190" y="4639270"/>
            <a:ext cx="1134070" cy="136088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641074" y="486608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Update Salary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7641074" y="5356503"/>
            <a:ext cx="6195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Modify employee compensation with automatic recalculation</a:t>
            </a:r>
            <a:endParaRPr lang="en-US" sz="17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0190" y="6000155"/>
            <a:ext cx="1134070" cy="1360884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641074" y="622696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Delete Employee</a:t>
            </a:r>
            <a:endParaRPr lang="en-US" sz="2200" dirty="0"/>
          </a:p>
        </p:txBody>
      </p:sp>
      <p:sp>
        <p:nvSpPr>
          <p:cNvPr id="15" name="Text 8"/>
          <p:cNvSpPr/>
          <p:nvPr/>
        </p:nvSpPr>
        <p:spPr>
          <a:xfrm>
            <a:off x="7641074" y="6717387"/>
            <a:ext cx="6195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Remove records upon resignation or termination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8051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system Implementation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229451"/>
            <a:ext cx="4196358" cy="2819519"/>
          </a:xfrm>
          <a:prstGeom prst="roundRect">
            <a:avLst>
              <a:gd name="adj" fmla="val 5189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3310" y="3229451"/>
            <a:ext cx="121920" cy="2819519"/>
          </a:xfrm>
          <a:prstGeom prst="roundRect">
            <a:avLst>
              <a:gd name="adj" fmla="val 27907"/>
            </a:avLst>
          </a:prstGeom>
          <a:solidFill>
            <a:srgbClr val="2150FE"/>
          </a:solidFill>
          <a:ln/>
        </p:spPr>
      </p:sp>
      <p:sp>
        <p:nvSpPr>
          <p:cNvPr id="5" name="Text 3"/>
          <p:cNvSpPr/>
          <p:nvPr/>
        </p:nvSpPr>
        <p:spPr>
          <a:xfrm>
            <a:off x="1142524" y="348674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Data Structure Design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42524" y="3977164"/>
            <a:ext cx="35903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Employee struct with ID, name, basic salary, HRA, DA, PF, and gross salary fields stored in array supporting up to 100 employees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216962" y="3229451"/>
            <a:ext cx="4196358" cy="2819519"/>
          </a:xfrm>
          <a:prstGeom prst="roundRect">
            <a:avLst>
              <a:gd name="adj" fmla="val 5189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86482" y="3229451"/>
            <a:ext cx="121920" cy="2819519"/>
          </a:xfrm>
          <a:prstGeom prst="roundRect">
            <a:avLst>
              <a:gd name="adj" fmla="val 27907"/>
            </a:avLst>
          </a:prstGeom>
          <a:solidFill>
            <a:srgbClr val="2150FE"/>
          </a:solidFill>
          <a:ln/>
        </p:spPr>
      </p:sp>
      <p:sp>
        <p:nvSpPr>
          <p:cNvPr id="9" name="Text 7"/>
          <p:cNvSpPr/>
          <p:nvPr/>
        </p:nvSpPr>
        <p:spPr>
          <a:xfrm>
            <a:off x="5565696" y="348674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Core Functions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565696" y="3977164"/>
            <a:ext cx="359033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calculateSalary(), addEmployee(), displayEmployees(), searchEmployee(), updateSalary(), and deleteEmployee() with input validation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9640133" y="3229451"/>
            <a:ext cx="4196358" cy="2819519"/>
          </a:xfrm>
          <a:prstGeom prst="roundRect">
            <a:avLst>
              <a:gd name="adj" fmla="val 5189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09653" y="3229451"/>
            <a:ext cx="121920" cy="2819519"/>
          </a:xfrm>
          <a:prstGeom prst="roundRect">
            <a:avLst>
              <a:gd name="adj" fmla="val 27907"/>
            </a:avLst>
          </a:prstGeom>
          <a:solidFill>
            <a:srgbClr val="2150FE"/>
          </a:solidFill>
          <a:ln/>
        </p:spPr>
      </p:sp>
      <p:sp>
        <p:nvSpPr>
          <p:cNvPr id="13" name="Text 11"/>
          <p:cNvSpPr/>
          <p:nvPr/>
        </p:nvSpPr>
        <p:spPr>
          <a:xfrm>
            <a:off x="9988868" y="348674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User Interface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988868" y="3977164"/>
            <a:ext cx="35903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Console-based menu system with 6 options providing intuitive navigation and clear feedback messages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36715"/>
            <a:ext cx="588406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System Output Examples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410" y="2645093"/>
            <a:ext cx="3120747" cy="3120747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3608" y="2645093"/>
            <a:ext cx="3120866" cy="3120866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5926" y="2645093"/>
            <a:ext cx="3120747" cy="3120747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08124" y="2645093"/>
            <a:ext cx="3120866" cy="3120866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793790" y="6167080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system provides clear, formatted output for all operations including employee addition, payroll display, search results, and salary updates.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864513"/>
            <a:ext cx="634091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Conclusion &amp; Future Scope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214026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Key Achievements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2721412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Automated core payroll operations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3526512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Modular, maintainable code structure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3790" y="4331613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Persistent file-based data storage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93790" y="5136713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User-friendly console interface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793790" y="5578912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Accurate salary calculations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4856321" y="214026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Future Enhancements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4856321" y="2721412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Tax automation and compliance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4856321" y="3526512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User authentication system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4856321" y="3968710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Detailed HR analytics and reporting</a:t>
            </a:r>
            <a:endParaRPr lang="en-US" sz="1750" dirty="0"/>
          </a:p>
        </p:txBody>
      </p:sp>
      <p:sp>
        <p:nvSpPr>
          <p:cNvPr id="14" name="Text 11"/>
          <p:cNvSpPr/>
          <p:nvPr/>
        </p:nvSpPr>
        <p:spPr>
          <a:xfrm>
            <a:off x="4856321" y="4773811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Role-based access control</a:t>
            </a:r>
            <a:endParaRPr lang="en-US" sz="1750" dirty="0"/>
          </a:p>
        </p:txBody>
      </p:sp>
      <p:sp>
        <p:nvSpPr>
          <p:cNvPr id="15" name="Text 12"/>
          <p:cNvSpPr/>
          <p:nvPr/>
        </p:nvSpPr>
        <p:spPr>
          <a:xfrm>
            <a:off x="4856321" y="5216009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Database integration</a:t>
            </a:r>
            <a:endParaRPr lang="en-US" sz="1750" dirty="0"/>
          </a:p>
        </p:txBody>
      </p:sp>
      <p:sp>
        <p:nvSpPr>
          <p:cNvPr id="16" name="Text 13"/>
          <p:cNvSpPr/>
          <p:nvPr/>
        </p:nvSpPr>
        <p:spPr>
          <a:xfrm>
            <a:off x="793790" y="6276261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This project demonstrates how C programming can effectively automate real-world organizational processes, serving as both an excellent learning tool and a functional prototype for small organizations.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389</Words>
  <Application>Microsoft Office PowerPoint</Application>
  <PresentationFormat>Custom</PresentationFormat>
  <Paragraphs>77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Heebo</vt:lpstr>
      <vt:lpstr>Crimson Pro Light</vt:lpstr>
      <vt:lpstr>Crimson Pro Semi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NETHRA VD</dc:creator>
  <cp:lastModifiedBy>NETHRA VD</cp:lastModifiedBy>
  <cp:revision>2</cp:revision>
  <dcterms:created xsi:type="dcterms:W3CDTF">2025-12-03T08:16:56Z</dcterms:created>
  <dcterms:modified xsi:type="dcterms:W3CDTF">2025-12-03T08:26:55Z</dcterms:modified>
</cp:coreProperties>
</file>